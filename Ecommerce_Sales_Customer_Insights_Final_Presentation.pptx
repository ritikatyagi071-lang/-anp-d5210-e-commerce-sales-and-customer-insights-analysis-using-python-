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6304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E-Commerce Sales and Customer Insights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88036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Data Visualization Project</a:t>
            </a:r>
            <a:br/>
            <a:r>
              <a:t>Excel • Python •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This project analyzes e-commerce sales and customer data.</a:t>
            </a:r>
          </a:p>
          <a:p>
            <a:pPr>
              <a:spcAft>
                <a:spcPts val="1200"/>
              </a:spcAft>
              <a:defRPr sz="2100"/>
            </a:pPr>
            <a:r>
              <a:t>The main goal is to convert raw data into useful business insights.</a:t>
            </a:r>
          </a:p>
          <a:p>
            <a:pPr>
              <a:spcAft>
                <a:spcPts val="1200"/>
              </a:spcAft>
              <a:defRPr sz="2100"/>
            </a:pPr>
            <a:r>
              <a:t>Excel is used for data cleaning and summary analysis.</a:t>
            </a:r>
          </a:p>
          <a:p>
            <a:pPr>
              <a:spcAft>
                <a:spcPts val="1200"/>
              </a:spcAft>
              <a:defRPr sz="2100"/>
            </a:pPr>
            <a:r>
              <a:t>Python is used for analysis and visualizations.</a:t>
            </a:r>
          </a:p>
          <a:p>
            <a:pPr>
              <a:spcAft>
                <a:spcPts val="1200"/>
              </a:spcAft>
              <a:defRPr sz="2100"/>
            </a:pPr>
            <a:r>
              <a:t>Power BI is used to create an interactive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Understand sales and profit performance.</a:t>
            </a:r>
          </a:p>
          <a:p>
            <a:pPr>
              <a:spcAft>
                <a:spcPts val="1200"/>
              </a:spcAft>
              <a:defRPr sz="2100"/>
            </a:pPr>
            <a:r>
              <a:t>Find the best-performing categories and regions.</a:t>
            </a:r>
          </a:p>
          <a:p>
            <a:pPr>
              <a:spcAft>
                <a:spcPts val="1200"/>
              </a:spcAft>
              <a:defRPr sz="2100"/>
            </a:pPr>
            <a:r>
              <a:t>Identify top products by sales.</a:t>
            </a:r>
          </a:p>
          <a:p>
            <a:pPr>
              <a:spcAft>
                <a:spcPts val="1200"/>
              </a:spcAft>
              <a:defRPr sz="2100"/>
            </a:pPr>
            <a:r>
              <a:t>Track monthly sales trends.</a:t>
            </a:r>
          </a:p>
          <a:p>
            <a:pPr>
              <a:spcAft>
                <a:spcPts val="1200"/>
              </a:spcAft>
              <a:defRPr sz="2100"/>
            </a:pPr>
            <a:r>
              <a:t>Create an easy-to-understand interactive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Records: 600 orders.</a:t>
            </a:r>
          </a:p>
          <a:p>
            <a:pPr>
              <a:spcAft>
                <a:spcPts val="1200"/>
              </a:spcAft>
              <a:defRPr sz="2100"/>
            </a:pPr>
            <a:r>
              <a:t>Time period: 2025.</a:t>
            </a:r>
          </a:p>
          <a:p>
            <a:pPr>
              <a:spcAft>
                <a:spcPts val="1200"/>
              </a:spcAft>
              <a:defRPr sz="2100"/>
            </a:pPr>
            <a:r>
              <a:t>Important fields: Order Date, Region, Category, Product, Sales, Profit and Quantity.</a:t>
            </a:r>
          </a:p>
          <a:p>
            <a:pPr>
              <a:spcAft>
                <a:spcPts val="1200"/>
              </a:spcAft>
              <a:defRPr sz="2100"/>
            </a:pPr>
            <a:r>
              <a:t>The dataset is prepared for educational/demo project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Microsoft Excel – cleaning, Pivot Tables and basic analysis.</a:t>
            </a:r>
          </a:p>
          <a:p>
            <a:pPr>
              <a:spcAft>
                <a:spcPts val="1200"/>
              </a:spcAft>
              <a:defRPr sz="2100"/>
            </a:pPr>
            <a:r>
              <a:t>Python – data analysis using Pandas.</a:t>
            </a:r>
          </a:p>
          <a:p>
            <a:pPr>
              <a:spcAft>
                <a:spcPts val="1200"/>
              </a:spcAft>
              <a:defRPr sz="2100"/>
            </a:pPr>
            <a:r>
              <a:t>Matplotlib – charts and visualizations.</a:t>
            </a:r>
          </a:p>
          <a:p>
            <a:pPr>
              <a:spcAft>
                <a:spcPts val="1200"/>
              </a:spcAft>
              <a:defRPr sz="2100"/>
            </a:pPr>
            <a:r>
              <a:t>Power BI – interactive dashboard and business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Step 1: Load and inspect the dataset.</a:t>
            </a:r>
          </a:p>
          <a:p>
            <a:pPr>
              <a:spcAft>
                <a:spcPts val="1200"/>
              </a:spcAft>
              <a:defRPr sz="2100"/>
            </a:pPr>
            <a:r>
              <a:t>Step 2: Clean duplicates and missing critical values.</a:t>
            </a:r>
          </a:p>
          <a:p>
            <a:pPr>
              <a:spcAft>
                <a:spcPts val="1200"/>
              </a:spcAft>
              <a:defRPr sz="2100"/>
            </a:pPr>
            <a:r>
              <a:t>Step 3: Analyze KPIs, categories, regions and products.</a:t>
            </a:r>
          </a:p>
          <a:p>
            <a:pPr>
              <a:spcAft>
                <a:spcPts val="1200"/>
              </a:spcAft>
              <a:defRPr sz="2100"/>
            </a:pPr>
            <a:r>
              <a:t>Step 4: Create Python visualizations.</a:t>
            </a:r>
          </a:p>
          <a:p>
            <a:pPr>
              <a:spcAft>
                <a:spcPts val="1200"/>
              </a:spcAft>
              <a:defRPr sz="2100"/>
            </a:pPr>
            <a:r>
              <a:t>Step 5: Build Power BI dashboard with filters.</a:t>
            </a:r>
          </a:p>
          <a:p>
            <a:pPr>
              <a:spcAft>
                <a:spcPts val="1200"/>
              </a:spcAft>
              <a:defRPr sz="2100"/>
            </a:pPr>
            <a:r>
              <a:t>Step 6: Present findings and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Monthly Sales Trend</a:t>
            </a:r>
          </a:p>
        </p:txBody>
      </p:sp>
      <p:pic>
        <p:nvPicPr>
          <p:cNvPr id="3" name="Picture 2" descr="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241280" cy="5376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Sales by Category</a:t>
            </a:r>
          </a:p>
        </p:txBody>
      </p:sp>
      <p:pic>
        <p:nvPicPr>
          <p:cNvPr id="3" name="Picture 2" descr="sales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241280" cy="5376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Sales by Region</a:t>
            </a:r>
          </a:p>
        </p:txBody>
      </p:sp>
      <p:pic>
        <p:nvPicPr>
          <p:cNvPr id="3" name="Picture 2" descr="sales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241280" cy="53766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Performance Indicators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3383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/>
            </a:pPr>
            <a:r>
              <a:t>Total Sales</a:t>
            </a:r>
          </a:p>
          <a:p>
            <a:pPr algn="ctr">
              <a:defRPr sz="2400" b="1"/>
            </a:pPr>
            <a:r>
              <a:t>₹24,258,812.40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417320"/>
            <a:ext cx="3383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/>
            </a:pPr>
            <a:r>
              <a:t>Total Profit</a:t>
            </a:r>
          </a:p>
          <a:p>
            <a:pPr algn="ctr">
              <a:defRPr sz="2400" b="1"/>
            </a:pPr>
            <a:r>
              <a:t>₹6,153,941.29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417320"/>
            <a:ext cx="3383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/>
            </a:pPr>
            <a:r>
              <a:t>Total Orders</a:t>
            </a:r>
          </a:p>
          <a:p>
            <a:pPr algn="ctr">
              <a:defRPr sz="2400" b="1"/>
            </a:pPr>
            <a:r>
              <a:t>600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429000"/>
            <a:ext cx="3383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/>
            </a:pPr>
            <a:r>
              <a:t>Total Customers</a:t>
            </a:r>
          </a:p>
          <a:p>
            <a:pPr algn="ctr">
              <a:defRPr sz="2400" b="1"/>
            </a:pPr>
            <a:r>
              <a:t>177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429000"/>
            <a:ext cx="3383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/>
            </a:pPr>
            <a:r>
              <a:t>Average Order Value</a:t>
            </a:r>
          </a:p>
          <a:p>
            <a:pPr algn="ctr">
              <a:defRPr sz="2400" b="1"/>
            </a:pPr>
            <a:r>
              <a:t>₹40,431.35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429000"/>
            <a:ext cx="3383280" cy="1508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0"/>
            </a:pPr>
            <a:r>
              <a:t>Profit Margin</a:t>
            </a:r>
          </a:p>
          <a:p>
            <a:pPr algn="ctr">
              <a:defRPr sz="2400" b="1"/>
            </a:pPr>
            <a:r>
              <a:t>25.37%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Highest sales category: Technology.</a:t>
            </a:r>
          </a:p>
          <a:p>
            <a:pPr>
              <a:spcAft>
                <a:spcPts val="1200"/>
              </a:spcAft>
              <a:defRPr sz="2100"/>
            </a:pPr>
            <a:r>
              <a:t>Highest-profit region: West.</a:t>
            </a:r>
          </a:p>
          <a:p>
            <a:pPr>
              <a:spcAft>
                <a:spcPts val="1200"/>
              </a:spcAft>
              <a:defRPr sz="2100"/>
            </a:pPr>
            <a:r>
              <a:t>Top product by sales: Headphones.</a:t>
            </a:r>
          </a:p>
          <a:p>
            <a:pPr>
              <a:spcAft>
                <a:spcPts val="1200"/>
              </a:spcAft>
              <a:defRPr sz="2100"/>
            </a:pPr>
            <a:r>
              <a:t>Sales and profit can be compared across categories and regions using the dashboard.</a:t>
            </a:r>
          </a:p>
          <a:p>
            <a:pPr>
              <a:spcAft>
                <a:spcPts val="1200"/>
              </a:spcAft>
              <a:defRPr sz="2100"/>
            </a:pPr>
            <a:r>
              <a:t>Monthly trend analysis helps identify stronger and weaker periods.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Power BI Dashboard – Final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Top row: Total Sales, Total Profit, Total Orders, Total Customers.</a:t>
            </a:r>
          </a:p>
          <a:p>
            <a:pPr>
              <a:spcAft>
                <a:spcPts val="1200"/>
              </a:spcAft>
              <a:defRPr sz="2100"/>
            </a:pPr>
            <a:r>
              <a:t>Middle: Monthly Sales Trend + Sales by Category.</a:t>
            </a:r>
          </a:p>
          <a:p>
            <a:pPr>
              <a:spcAft>
                <a:spcPts val="1200"/>
              </a:spcAft>
              <a:defRPr sz="2100"/>
            </a:pPr>
            <a:r>
              <a:t>Bottom: Sales/Profit by Region + Top 10 Products.</a:t>
            </a:r>
          </a:p>
          <a:p>
            <a:pPr>
              <a:spcAft>
                <a:spcPts val="1200"/>
              </a:spcAft>
              <a:defRPr sz="2100"/>
            </a:pPr>
            <a:r>
              <a:t>Slicers: Region, Category and Quarter.</a:t>
            </a:r>
          </a:p>
          <a:p>
            <a:pPr>
              <a:spcAft>
                <a:spcPts val="1200"/>
              </a:spcAft>
              <a:defRPr sz="2100"/>
            </a:pPr>
            <a:r>
              <a:t>Use a clean single-page layout so the dashboard is easy to explain.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Learned how to clean and organize business data.</a:t>
            </a:r>
          </a:p>
          <a:p>
            <a:pPr>
              <a:spcAft>
                <a:spcPts val="1200"/>
              </a:spcAft>
              <a:defRPr sz="2100"/>
            </a:pPr>
            <a:r>
              <a:t>Learned Pivot Table and KPI-based analysis in Excel.</a:t>
            </a:r>
          </a:p>
          <a:p>
            <a:pPr>
              <a:spcAft>
                <a:spcPts val="1200"/>
              </a:spcAft>
              <a:defRPr sz="2100"/>
            </a:pPr>
            <a:r>
              <a:t>Learned data analysis and visualization with Python.</a:t>
            </a:r>
          </a:p>
          <a:p>
            <a:pPr>
              <a:spcAft>
                <a:spcPts val="1200"/>
              </a:spcAft>
              <a:defRPr sz="2100"/>
            </a:pPr>
            <a:r>
              <a:t>Learned how to create an interactive Power BI dashboard.</a:t>
            </a:r>
          </a:p>
          <a:p>
            <a:pPr>
              <a:spcAft>
                <a:spcPts val="1200"/>
              </a:spcAft>
              <a:defRPr sz="2100"/>
            </a:pPr>
            <a:r>
              <a:t>Improved data interpretation and presentation skills.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The project converts raw e-commerce data into meaningful business insights.</a:t>
            </a:r>
          </a:p>
          <a:p>
            <a:pPr>
              <a:spcAft>
                <a:spcPts val="1200"/>
              </a:spcAft>
              <a:defRPr sz="2100"/>
            </a:pPr>
            <a:r>
              <a:t>Using Excel, Python and Power BI together gives a complete data visualization workflow.</a:t>
            </a:r>
          </a:p>
          <a:p>
            <a:pPr>
              <a:spcAft>
                <a:spcPts val="1200"/>
              </a:spcAft>
              <a:defRPr sz="2100"/>
            </a:pPr>
            <a:r>
              <a:t>The dashboard makes it easier to understand sales, profit, customers and products.</a:t>
            </a:r>
          </a:p>
          <a:p>
            <a:pPr>
              <a:spcAft>
                <a:spcPts val="1200"/>
              </a:spcAft>
              <a:defRPr sz="2100"/>
            </a:pPr>
            <a:r>
              <a:t>This approach can be extended with forecasting and customer segmentation.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103120"/>
            <a:ext cx="8503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9184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I am ready for your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